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Chernyshev" userId="7c1a262e8e236393" providerId="LiveId" clId="{B9E078E5-1747-4AF4-BCD0-A4A5EC8ABFD2}"/>
    <pc:docChg chg="undo custSel addSld modSld sldOrd">
      <pc:chgData name="Anton Chernyshev" userId="7c1a262e8e236393" providerId="LiveId" clId="{B9E078E5-1747-4AF4-BCD0-A4A5EC8ABFD2}" dt="2026-10-20T04:42:19.413" v="354" actId="1076"/>
      <pc:docMkLst>
        <pc:docMk/>
      </pc:docMkLst>
      <pc:sldChg chg="addSp delSp new mod">
        <pc:chgData name="Anton Chernyshev" userId="7c1a262e8e236393" providerId="LiveId" clId="{B9E078E5-1747-4AF4-BCD0-A4A5EC8ABFD2}" dt="2026-10-19T20:22:46.306" v="3" actId="22"/>
        <pc:sldMkLst>
          <pc:docMk/>
          <pc:sldMk cId="2266384566" sldId="256"/>
        </pc:sldMkLst>
        <pc:spChg chg="del">
          <ac:chgData name="Anton Chernyshev" userId="7c1a262e8e236393" providerId="LiveId" clId="{B9E078E5-1747-4AF4-BCD0-A4A5EC8ABFD2}" dt="2026-10-19T20:22:45.037" v="2" actId="478"/>
          <ac:spMkLst>
            <pc:docMk/>
            <pc:sldMk cId="2266384566" sldId="256"/>
            <ac:spMk id="2" creationId="{C15BE5A9-3B79-4315-0810-2352FB9CF08B}"/>
          </ac:spMkLst>
        </pc:spChg>
        <pc:spChg chg="del">
          <ac:chgData name="Anton Chernyshev" userId="7c1a262e8e236393" providerId="LiveId" clId="{B9E078E5-1747-4AF4-BCD0-A4A5EC8ABFD2}" dt="2026-10-19T20:22:43.701" v="1" actId="478"/>
          <ac:spMkLst>
            <pc:docMk/>
            <pc:sldMk cId="2266384566" sldId="256"/>
            <ac:spMk id="3" creationId="{224C3766-8480-F736-4F76-E5FB0E1F1D27}"/>
          </ac:spMkLst>
        </pc:spChg>
        <pc:picChg chg="add">
          <ac:chgData name="Anton Chernyshev" userId="7c1a262e8e236393" providerId="LiveId" clId="{B9E078E5-1747-4AF4-BCD0-A4A5EC8ABFD2}" dt="2026-10-19T20:22:46.306" v="3" actId="22"/>
          <ac:picMkLst>
            <pc:docMk/>
            <pc:sldMk cId="2266384566" sldId="256"/>
            <ac:picMk id="5" creationId="{FB8804CE-9BB0-AD0F-01BC-C42750368987}"/>
          </ac:picMkLst>
        </pc:picChg>
      </pc:sldChg>
      <pc:sldChg chg="addSp delSp new mod">
        <pc:chgData name="Anton Chernyshev" userId="7c1a262e8e236393" providerId="LiveId" clId="{B9E078E5-1747-4AF4-BCD0-A4A5EC8ABFD2}" dt="2026-10-19T20:24:07.777" v="7" actId="22"/>
        <pc:sldMkLst>
          <pc:docMk/>
          <pc:sldMk cId="660376253" sldId="257"/>
        </pc:sldMkLst>
        <pc:spChg chg="del">
          <ac:chgData name="Anton Chernyshev" userId="7c1a262e8e236393" providerId="LiveId" clId="{B9E078E5-1747-4AF4-BCD0-A4A5EC8ABFD2}" dt="2026-10-19T20:23:32.584" v="5" actId="478"/>
          <ac:spMkLst>
            <pc:docMk/>
            <pc:sldMk cId="660376253" sldId="257"/>
            <ac:spMk id="2" creationId="{9E341AEF-E7D2-8A76-6A8D-2E6F06F247DF}"/>
          </ac:spMkLst>
        </pc:spChg>
        <pc:spChg chg="del">
          <ac:chgData name="Anton Chernyshev" userId="7c1a262e8e236393" providerId="LiveId" clId="{B9E078E5-1747-4AF4-BCD0-A4A5EC8ABFD2}" dt="2026-10-19T20:23:33.713" v="6" actId="478"/>
          <ac:spMkLst>
            <pc:docMk/>
            <pc:sldMk cId="660376253" sldId="257"/>
            <ac:spMk id="3" creationId="{C55AB98D-E062-5EBA-07C5-1D0BE83314DC}"/>
          </ac:spMkLst>
        </pc:spChg>
        <pc:picChg chg="add">
          <ac:chgData name="Anton Chernyshev" userId="7c1a262e8e236393" providerId="LiveId" clId="{B9E078E5-1747-4AF4-BCD0-A4A5EC8ABFD2}" dt="2026-10-19T20:24:07.777" v="7" actId="22"/>
          <ac:picMkLst>
            <pc:docMk/>
            <pc:sldMk cId="660376253" sldId="257"/>
            <ac:picMk id="5" creationId="{8F93F660-3DA4-88D0-D1D4-2EFE3C7094BE}"/>
          </ac:picMkLst>
        </pc:picChg>
      </pc:sldChg>
      <pc:sldChg chg="addSp delSp new mod">
        <pc:chgData name="Anton Chernyshev" userId="7c1a262e8e236393" providerId="LiveId" clId="{B9E078E5-1747-4AF4-BCD0-A4A5EC8ABFD2}" dt="2026-10-19T20:24:28.692" v="10" actId="22"/>
        <pc:sldMkLst>
          <pc:docMk/>
          <pc:sldMk cId="1739301854" sldId="258"/>
        </pc:sldMkLst>
        <pc:spChg chg="del">
          <ac:chgData name="Anton Chernyshev" userId="7c1a262e8e236393" providerId="LiveId" clId="{B9E078E5-1747-4AF4-BCD0-A4A5EC8ABFD2}" dt="2026-10-19T20:24:16.263" v="9" actId="478"/>
          <ac:spMkLst>
            <pc:docMk/>
            <pc:sldMk cId="1739301854" sldId="258"/>
            <ac:spMk id="2" creationId="{2DC9CDF9-8616-9CB6-AA7F-E06B0CFDAC12}"/>
          </ac:spMkLst>
        </pc:spChg>
        <pc:spChg chg="del">
          <ac:chgData name="Anton Chernyshev" userId="7c1a262e8e236393" providerId="LiveId" clId="{B9E078E5-1747-4AF4-BCD0-A4A5EC8ABFD2}" dt="2026-10-19T20:24:16.263" v="9" actId="478"/>
          <ac:spMkLst>
            <pc:docMk/>
            <pc:sldMk cId="1739301854" sldId="258"/>
            <ac:spMk id="3" creationId="{064302E2-0A02-EF79-6EEE-77CC7FAA4CC7}"/>
          </ac:spMkLst>
        </pc:spChg>
        <pc:picChg chg="add">
          <ac:chgData name="Anton Chernyshev" userId="7c1a262e8e236393" providerId="LiveId" clId="{B9E078E5-1747-4AF4-BCD0-A4A5EC8ABFD2}" dt="2026-10-19T20:24:28.692" v="10" actId="22"/>
          <ac:picMkLst>
            <pc:docMk/>
            <pc:sldMk cId="1739301854" sldId="258"/>
            <ac:picMk id="5" creationId="{C28BDF3E-378F-2812-B070-77023DD89EE1}"/>
          </ac:picMkLst>
        </pc:picChg>
      </pc:sldChg>
      <pc:sldChg chg="addSp delSp new mod">
        <pc:chgData name="Anton Chernyshev" userId="7c1a262e8e236393" providerId="LiveId" clId="{B9E078E5-1747-4AF4-BCD0-A4A5EC8ABFD2}" dt="2026-10-19T20:25:44.648" v="13" actId="22"/>
        <pc:sldMkLst>
          <pc:docMk/>
          <pc:sldMk cId="3333486908" sldId="259"/>
        </pc:sldMkLst>
        <pc:spChg chg="del">
          <ac:chgData name="Anton Chernyshev" userId="7c1a262e8e236393" providerId="LiveId" clId="{B9E078E5-1747-4AF4-BCD0-A4A5EC8ABFD2}" dt="2026-10-19T20:25:43.710" v="12" actId="478"/>
          <ac:spMkLst>
            <pc:docMk/>
            <pc:sldMk cId="3333486908" sldId="259"/>
            <ac:spMk id="2" creationId="{1F1635BD-FC01-4EFB-1893-556A40CA871E}"/>
          </ac:spMkLst>
        </pc:spChg>
        <pc:spChg chg="del">
          <ac:chgData name="Anton Chernyshev" userId="7c1a262e8e236393" providerId="LiveId" clId="{B9E078E5-1747-4AF4-BCD0-A4A5EC8ABFD2}" dt="2026-10-19T20:25:43.710" v="12" actId="478"/>
          <ac:spMkLst>
            <pc:docMk/>
            <pc:sldMk cId="3333486908" sldId="259"/>
            <ac:spMk id="3" creationId="{A620E634-AA65-645D-332F-471A9E0AF109}"/>
          </ac:spMkLst>
        </pc:spChg>
        <pc:picChg chg="add">
          <ac:chgData name="Anton Chernyshev" userId="7c1a262e8e236393" providerId="LiveId" clId="{B9E078E5-1747-4AF4-BCD0-A4A5EC8ABFD2}" dt="2026-10-19T20:25:44.648" v="13" actId="22"/>
          <ac:picMkLst>
            <pc:docMk/>
            <pc:sldMk cId="3333486908" sldId="259"/>
            <ac:picMk id="5" creationId="{5BA42118-6C1D-8F5D-20DD-8CCDB7031A33}"/>
          </ac:picMkLst>
        </pc:picChg>
      </pc:sldChg>
      <pc:sldChg chg="addSp delSp modSp new mod">
        <pc:chgData name="Anton Chernyshev" userId="7c1a262e8e236393" providerId="LiveId" clId="{B9E078E5-1747-4AF4-BCD0-A4A5EC8ABFD2}" dt="2026-10-20T04:41:32.260" v="345" actId="14100"/>
        <pc:sldMkLst>
          <pc:docMk/>
          <pc:sldMk cId="620685249" sldId="260"/>
        </pc:sldMkLst>
        <pc:spChg chg="del">
          <ac:chgData name="Anton Chernyshev" userId="7c1a262e8e236393" providerId="LiveId" clId="{B9E078E5-1747-4AF4-BCD0-A4A5EC8ABFD2}" dt="2026-10-19T20:28:13.075" v="15" actId="478"/>
          <ac:spMkLst>
            <pc:docMk/>
            <pc:sldMk cId="620685249" sldId="260"/>
            <ac:spMk id="2" creationId="{2B33F5AE-D8CE-4B65-2213-59FB25619E36}"/>
          </ac:spMkLst>
        </pc:spChg>
        <pc:spChg chg="add mod">
          <ac:chgData name="Anton Chernyshev" userId="7c1a262e8e236393" providerId="LiveId" clId="{B9E078E5-1747-4AF4-BCD0-A4A5EC8ABFD2}" dt="2026-10-20T04:41:32.260" v="345" actId="14100"/>
          <ac:spMkLst>
            <pc:docMk/>
            <pc:sldMk cId="620685249" sldId="260"/>
            <ac:spMk id="2" creationId="{7311A617-1B8A-CBDC-A5DF-5D9DF1C31E2C}"/>
          </ac:spMkLst>
        </pc:spChg>
        <pc:spChg chg="add mod">
          <ac:chgData name="Anton Chernyshev" userId="7c1a262e8e236393" providerId="LiveId" clId="{B9E078E5-1747-4AF4-BCD0-A4A5EC8ABFD2}" dt="2026-10-20T04:40:54.906" v="341" actId="767"/>
          <ac:spMkLst>
            <pc:docMk/>
            <pc:sldMk cId="620685249" sldId="260"/>
            <ac:spMk id="3" creationId="{80AD47E9-861D-B740-4CC9-4B7CBF670261}"/>
          </ac:spMkLst>
        </pc:spChg>
        <pc:spChg chg="del">
          <ac:chgData name="Anton Chernyshev" userId="7c1a262e8e236393" providerId="LiveId" clId="{B9E078E5-1747-4AF4-BCD0-A4A5EC8ABFD2}" dt="2026-10-19T20:28:13.075" v="15" actId="478"/>
          <ac:spMkLst>
            <pc:docMk/>
            <pc:sldMk cId="620685249" sldId="260"/>
            <ac:spMk id="3" creationId="{89078757-63BE-9338-F5AD-96B6BBA5B91C}"/>
          </ac:spMkLst>
        </pc:spChg>
        <pc:picChg chg="add">
          <ac:chgData name="Anton Chernyshev" userId="7c1a262e8e236393" providerId="LiveId" clId="{B9E078E5-1747-4AF4-BCD0-A4A5EC8ABFD2}" dt="2026-10-19T20:28:14.037" v="16" actId="22"/>
          <ac:picMkLst>
            <pc:docMk/>
            <pc:sldMk cId="620685249" sldId="260"/>
            <ac:picMk id="5" creationId="{6E2C9C11-59AC-B0D1-9484-481E9FAEB4EA}"/>
          </ac:picMkLst>
        </pc:picChg>
      </pc:sldChg>
      <pc:sldChg chg="addSp delSp new mod">
        <pc:chgData name="Anton Chernyshev" userId="7c1a262e8e236393" providerId="LiveId" clId="{B9E078E5-1747-4AF4-BCD0-A4A5EC8ABFD2}" dt="2026-10-19T20:36:31.164" v="19" actId="22"/>
        <pc:sldMkLst>
          <pc:docMk/>
          <pc:sldMk cId="2400836430" sldId="261"/>
        </pc:sldMkLst>
        <pc:spChg chg="del">
          <ac:chgData name="Anton Chernyshev" userId="7c1a262e8e236393" providerId="LiveId" clId="{B9E078E5-1747-4AF4-BCD0-A4A5EC8ABFD2}" dt="2026-10-19T20:36:30.097" v="18" actId="478"/>
          <ac:spMkLst>
            <pc:docMk/>
            <pc:sldMk cId="2400836430" sldId="261"/>
            <ac:spMk id="2" creationId="{AC67DE33-1503-1F6F-4A53-7C0DE22D242F}"/>
          </ac:spMkLst>
        </pc:spChg>
        <pc:spChg chg="del">
          <ac:chgData name="Anton Chernyshev" userId="7c1a262e8e236393" providerId="LiveId" clId="{B9E078E5-1747-4AF4-BCD0-A4A5EC8ABFD2}" dt="2026-10-19T20:36:30.097" v="18" actId="478"/>
          <ac:spMkLst>
            <pc:docMk/>
            <pc:sldMk cId="2400836430" sldId="261"/>
            <ac:spMk id="3" creationId="{B21D8268-9757-5509-ABC8-A1F2F9A0B0CF}"/>
          </ac:spMkLst>
        </pc:spChg>
        <pc:picChg chg="add">
          <ac:chgData name="Anton Chernyshev" userId="7c1a262e8e236393" providerId="LiveId" clId="{B9E078E5-1747-4AF4-BCD0-A4A5EC8ABFD2}" dt="2026-10-19T20:36:31.164" v="19" actId="22"/>
          <ac:picMkLst>
            <pc:docMk/>
            <pc:sldMk cId="2400836430" sldId="261"/>
            <ac:picMk id="5" creationId="{8FDA3F40-75E3-A435-339B-43933FDCC0E0}"/>
          </ac:picMkLst>
        </pc:picChg>
      </pc:sldChg>
      <pc:sldChg chg="addSp delSp new mod">
        <pc:chgData name="Anton Chernyshev" userId="7c1a262e8e236393" providerId="LiveId" clId="{B9E078E5-1747-4AF4-BCD0-A4A5EC8ABFD2}" dt="2026-10-19T20:37:37.420" v="22" actId="22"/>
        <pc:sldMkLst>
          <pc:docMk/>
          <pc:sldMk cId="2661265177" sldId="262"/>
        </pc:sldMkLst>
        <pc:spChg chg="del">
          <ac:chgData name="Anton Chernyshev" userId="7c1a262e8e236393" providerId="LiveId" clId="{B9E078E5-1747-4AF4-BCD0-A4A5EC8ABFD2}" dt="2026-10-19T20:37:36.473" v="21" actId="478"/>
          <ac:spMkLst>
            <pc:docMk/>
            <pc:sldMk cId="2661265177" sldId="262"/>
            <ac:spMk id="2" creationId="{6DA45AB0-2E75-C45B-8897-B2CCD8AD8E9A}"/>
          </ac:spMkLst>
        </pc:spChg>
        <pc:spChg chg="del">
          <ac:chgData name="Anton Chernyshev" userId="7c1a262e8e236393" providerId="LiveId" clId="{B9E078E5-1747-4AF4-BCD0-A4A5EC8ABFD2}" dt="2026-10-19T20:37:36.473" v="21" actId="478"/>
          <ac:spMkLst>
            <pc:docMk/>
            <pc:sldMk cId="2661265177" sldId="262"/>
            <ac:spMk id="3" creationId="{C50D511D-E810-0BB1-BCE9-974D55FDB434}"/>
          </ac:spMkLst>
        </pc:spChg>
        <pc:picChg chg="add">
          <ac:chgData name="Anton Chernyshev" userId="7c1a262e8e236393" providerId="LiveId" clId="{B9E078E5-1747-4AF4-BCD0-A4A5EC8ABFD2}" dt="2026-10-19T20:37:37.420" v="22" actId="22"/>
          <ac:picMkLst>
            <pc:docMk/>
            <pc:sldMk cId="2661265177" sldId="262"/>
            <ac:picMk id="5" creationId="{D2A53769-058B-6398-2CEE-7F5DC58A2242}"/>
          </ac:picMkLst>
        </pc:picChg>
      </pc:sldChg>
      <pc:sldChg chg="addSp delSp modSp new mod">
        <pc:chgData name="Anton Chernyshev" userId="7c1a262e8e236393" providerId="LiveId" clId="{B9E078E5-1747-4AF4-BCD0-A4A5EC8ABFD2}" dt="2026-10-20T04:42:19.413" v="354" actId="1076"/>
        <pc:sldMkLst>
          <pc:docMk/>
          <pc:sldMk cId="692569112" sldId="263"/>
        </pc:sldMkLst>
        <pc:spChg chg="del">
          <ac:chgData name="Anton Chernyshev" userId="7c1a262e8e236393" providerId="LiveId" clId="{B9E078E5-1747-4AF4-BCD0-A4A5EC8ABFD2}" dt="2026-10-19T20:45:06.218" v="26" actId="478"/>
          <ac:spMkLst>
            <pc:docMk/>
            <pc:sldMk cId="692569112" sldId="263"/>
            <ac:spMk id="2" creationId="{063B74EB-A42F-8AD7-5732-2CC8E671F6A9}"/>
          </ac:spMkLst>
        </pc:spChg>
        <pc:spChg chg="del">
          <ac:chgData name="Anton Chernyshev" userId="7c1a262e8e236393" providerId="LiveId" clId="{B9E078E5-1747-4AF4-BCD0-A4A5EC8ABFD2}" dt="2026-10-19T20:45:06.218" v="26" actId="478"/>
          <ac:spMkLst>
            <pc:docMk/>
            <pc:sldMk cId="692569112" sldId="263"/>
            <ac:spMk id="3" creationId="{8F6AAF46-2244-772D-6CD7-B85BB5B6E8B5}"/>
          </ac:spMkLst>
        </pc:spChg>
        <pc:spChg chg="add mod">
          <ac:chgData name="Anton Chernyshev" userId="7c1a262e8e236393" providerId="LiveId" clId="{B9E078E5-1747-4AF4-BCD0-A4A5EC8ABFD2}" dt="2026-10-20T04:42:19.413" v="354" actId="1076"/>
          <ac:spMkLst>
            <pc:docMk/>
            <pc:sldMk cId="692569112" sldId="263"/>
            <ac:spMk id="3" creationId="{B6871D90-4D47-0C70-9EC5-8DB3DEB5174B}"/>
          </ac:spMkLst>
        </pc:spChg>
        <pc:picChg chg="add del">
          <ac:chgData name="Anton Chernyshev" userId="7c1a262e8e236393" providerId="LiveId" clId="{B9E078E5-1747-4AF4-BCD0-A4A5EC8ABFD2}" dt="2026-10-19T20:45:04.133" v="25" actId="22"/>
          <ac:picMkLst>
            <pc:docMk/>
            <pc:sldMk cId="692569112" sldId="263"/>
            <ac:picMk id="5" creationId="{06BA0F37-7D70-A98B-CCE3-D63E116DB6E0}"/>
          </ac:picMkLst>
        </pc:picChg>
        <pc:picChg chg="add">
          <ac:chgData name="Anton Chernyshev" userId="7c1a262e8e236393" providerId="LiveId" clId="{B9E078E5-1747-4AF4-BCD0-A4A5EC8ABFD2}" dt="2026-10-19T20:45:07.117" v="27" actId="22"/>
          <ac:picMkLst>
            <pc:docMk/>
            <pc:sldMk cId="692569112" sldId="263"/>
            <ac:picMk id="7" creationId="{2BE47E33-2ED1-B178-F665-4EB600BC7535}"/>
          </ac:picMkLst>
        </pc:picChg>
      </pc:sldChg>
      <pc:sldChg chg="addSp delSp new mod">
        <pc:chgData name="Anton Chernyshev" userId="7c1a262e8e236393" providerId="LiveId" clId="{B9E078E5-1747-4AF4-BCD0-A4A5EC8ABFD2}" dt="2026-10-19T20:45:41.812" v="30" actId="22"/>
        <pc:sldMkLst>
          <pc:docMk/>
          <pc:sldMk cId="351943485" sldId="264"/>
        </pc:sldMkLst>
        <pc:spChg chg="del">
          <ac:chgData name="Anton Chernyshev" userId="7c1a262e8e236393" providerId="LiveId" clId="{B9E078E5-1747-4AF4-BCD0-A4A5EC8ABFD2}" dt="2026-10-19T20:45:40.875" v="29" actId="478"/>
          <ac:spMkLst>
            <pc:docMk/>
            <pc:sldMk cId="351943485" sldId="264"/>
            <ac:spMk id="2" creationId="{443692B4-1104-29B3-F482-81EB175C077E}"/>
          </ac:spMkLst>
        </pc:spChg>
        <pc:spChg chg="del">
          <ac:chgData name="Anton Chernyshev" userId="7c1a262e8e236393" providerId="LiveId" clId="{B9E078E5-1747-4AF4-BCD0-A4A5EC8ABFD2}" dt="2026-10-19T20:45:40.875" v="29" actId="478"/>
          <ac:spMkLst>
            <pc:docMk/>
            <pc:sldMk cId="351943485" sldId="264"/>
            <ac:spMk id="3" creationId="{D85EFDD3-BFC5-A2D8-3A0B-7D2808D6A34B}"/>
          </ac:spMkLst>
        </pc:spChg>
        <pc:picChg chg="add">
          <ac:chgData name="Anton Chernyshev" userId="7c1a262e8e236393" providerId="LiveId" clId="{B9E078E5-1747-4AF4-BCD0-A4A5EC8ABFD2}" dt="2026-10-19T20:45:41.812" v="30" actId="22"/>
          <ac:picMkLst>
            <pc:docMk/>
            <pc:sldMk cId="351943485" sldId="264"/>
            <ac:picMk id="5" creationId="{5AEACF19-DA2A-1081-8B6E-DAB2A2BEAD21}"/>
          </ac:picMkLst>
        </pc:picChg>
      </pc:sldChg>
      <pc:sldChg chg="addSp delSp modSp new mod ord">
        <pc:chgData name="Anton Chernyshev" userId="7c1a262e8e236393" providerId="LiveId" clId="{B9E078E5-1747-4AF4-BCD0-A4A5EC8ABFD2}" dt="2026-10-20T04:39:05.646" v="332" actId="27636"/>
        <pc:sldMkLst>
          <pc:docMk/>
          <pc:sldMk cId="1278780508" sldId="265"/>
        </pc:sldMkLst>
        <pc:spChg chg="mod">
          <ac:chgData name="Anton Chernyshev" userId="7c1a262e8e236393" providerId="LiveId" clId="{B9E078E5-1747-4AF4-BCD0-A4A5EC8ABFD2}" dt="2026-10-20T04:38:01.251" v="287" actId="1076"/>
          <ac:spMkLst>
            <pc:docMk/>
            <pc:sldMk cId="1278780508" sldId="265"/>
            <ac:spMk id="2" creationId="{F11C6650-B435-4A50-257E-1515D28AC203}"/>
          </ac:spMkLst>
        </pc:spChg>
        <pc:spChg chg="mod">
          <ac:chgData name="Anton Chernyshev" userId="7c1a262e8e236393" providerId="LiveId" clId="{B9E078E5-1747-4AF4-BCD0-A4A5EC8ABFD2}" dt="2026-10-20T04:37:23.994" v="286" actId="20577"/>
          <ac:spMkLst>
            <pc:docMk/>
            <pc:sldMk cId="1278780508" sldId="265"/>
            <ac:spMk id="3" creationId="{5B792B79-90E3-968A-E5D4-7921D335F0D5}"/>
          </ac:spMkLst>
        </pc:spChg>
        <pc:spChg chg="add mod">
          <ac:chgData name="Anton Chernyshev" userId="7c1a262e8e236393" providerId="LiveId" clId="{B9E078E5-1747-4AF4-BCD0-A4A5EC8ABFD2}" dt="2026-10-20T04:39:05.646" v="332" actId="27636"/>
          <ac:spMkLst>
            <pc:docMk/>
            <pc:sldMk cId="1278780508" sldId="265"/>
            <ac:spMk id="4" creationId="{F3EDEBCA-64F4-7DA3-D1B3-A77D673DBD76}"/>
          </ac:spMkLst>
        </pc:spChg>
        <pc:spChg chg="add del mod">
          <ac:chgData name="Anton Chernyshev" userId="7c1a262e8e236393" providerId="LiveId" clId="{B9E078E5-1747-4AF4-BCD0-A4A5EC8ABFD2}" dt="2026-10-20T04:29:09.960" v="204"/>
          <ac:spMkLst>
            <pc:docMk/>
            <pc:sldMk cId="1278780508" sldId="265"/>
            <ac:spMk id="5" creationId="{D05780A5-6F82-6500-EDA0-9A5A7AC395A0}"/>
          </ac:spMkLst>
        </pc:spChg>
        <pc:spChg chg="add mod">
          <ac:chgData name="Anton Chernyshev" userId="7c1a262e8e236393" providerId="LiveId" clId="{B9E078E5-1747-4AF4-BCD0-A4A5EC8ABFD2}" dt="2026-10-20T04:38:42.478" v="313" actId="20577"/>
          <ac:spMkLst>
            <pc:docMk/>
            <pc:sldMk cId="1278780508" sldId="265"/>
            <ac:spMk id="11" creationId="{7CFBF1EE-2A12-8D90-40B7-AFE3C5B543E9}"/>
          </ac:spMkLst>
        </pc:spChg>
        <pc:cxnChg chg="add mod">
          <ac:chgData name="Anton Chernyshev" userId="7c1a262e8e236393" providerId="LiveId" clId="{B9E078E5-1747-4AF4-BCD0-A4A5EC8ABFD2}" dt="2026-10-20T04:36:09.769" v="218" actId="1076"/>
          <ac:cxnSpMkLst>
            <pc:docMk/>
            <pc:sldMk cId="1278780508" sldId="265"/>
            <ac:cxnSpMk id="7" creationId="{292E2C84-C9BC-BB72-C45D-26CA652D803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733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116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899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53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098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033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ru-RU"/>
              <a:t>Образец текста</a:t>
            </a:r>
          </a:p>
          <a:p>
            <a:pPr marL="228600" lvl="1" indent="-228600"/>
            <a:r>
              <a:rPr lang="ru-RU"/>
              <a:t>Второй уровень</a:t>
            </a:r>
          </a:p>
          <a:p>
            <a:pPr marL="228600" lvl="2" indent="-228600"/>
            <a:r>
              <a:rPr lang="ru-RU"/>
              <a:t>Третий уровень</a:t>
            </a:r>
          </a:p>
          <a:p>
            <a:pPr marL="228600" lvl="3" indent="-228600"/>
            <a:r>
              <a:rPr lang="ru-RU"/>
              <a:t>Четвертый уровень</a:t>
            </a:r>
          </a:p>
          <a:p>
            <a:pPr marL="228600" lvl="4" indent="-22860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6957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927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54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991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649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5275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90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68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547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81384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9271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6365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352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6124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6645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910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568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7708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9506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614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363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82C8D43-BE9B-4372-B7AB-3204C8131032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85E62AC9-0E5B-4CBC-A684-B42CF46E2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20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C6650-B435-4A50-257E-1515D28AC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2675" y="981121"/>
            <a:ext cx="7966650" cy="1350600"/>
          </a:xfrm>
        </p:spPr>
        <p:txBody>
          <a:bodyPr>
            <a:normAutofit/>
          </a:bodyPr>
          <a:lstStyle/>
          <a:p>
            <a:r>
              <a:rPr lang="ru-RU" sz="4000" dirty="0"/>
              <a:t>Тюменский техникум строительной индустрии и городского хозяйства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792B79-90E3-968A-E5D4-7921D335F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40480"/>
            <a:ext cx="5970570" cy="1072678"/>
          </a:xfrm>
        </p:spPr>
        <p:txBody>
          <a:bodyPr>
            <a:normAutofit/>
          </a:bodyPr>
          <a:lstStyle/>
          <a:p>
            <a:r>
              <a:rPr lang="ru-RU" sz="2400" dirty="0"/>
              <a:t>Защита проекта «Сайт – учёт накоплений» для квалификационного экзамена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F3EDEBCA-64F4-7DA3-D1B3-A77D673DBD76}"/>
              </a:ext>
            </a:extLst>
          </p:cNvPr>
          <p:cNvSpPr txBox="1">
            <a:spLocks/>
          </p:cNvSpPr>
          <p:nvPr/>
        </p:nvSpPr>
        <p:spPr>
          <a:xfrm>
            <a:off x="6096000" y="3840480"/>
            <a:ext cx="5970570" cy="107267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/>
              <a:t>Чернышев</a:t>
            </a:r>
          </a:p>
          <a:p>
            <a:r>
              <a:rPr lang="ru-RU" sz="3200" dirty="0"/>
              <a:t>Антон Геннадьевич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92E2C84-C9BC-BB72-C45D-26CA652D8039}"/>
              </a:ext>
            </a:extLst>
          </p:cNvPr>
          <p:cNvCxnSpPr>
            <a:cxnSpLocks/>
          </p:cNvCxnSpPr>
          <p:nvPr/>
        </p:nvCxnSpPr>
        <p:spPr>
          <a:xfrm>
            <a:off x="3573780" y="2834640"/>
            <a:ext cx="50444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CFBF1EE-2A12-8D90-40B7-AFE3C5B543E9}"/>
              </a:ext>
            </a:extLst>
          </p:cNvPr>
          <p:cNvSpPr txBox="1">
            <a:spLocks/>
          </p:cNvSpPr>
          <p:nvPr/>
        </p:nvSpPr>
        <p:spPr>
          <a:xfrm>
            <a:off x="4632472" y="267888"/>
            <a:ext cx="2676195" cy="713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b="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ГАПОУ ТО</a:t>
            </a:r>
          </a:p>
        </p:txBody>
      </p:sp>
    </p:spTree>
    <p:extLst>
      <p:ext uri="{BB962C8B-B14F-4D97-AF65-F5344CB8AC3E}">
        <p14:creationId xmlns:p14="http://schemas.microsoft.com/office/powerpoint/2010/main" val="1278780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8804CE-9BB0-AD0F-01BC-C42750368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645"/>
            <a:ext cx="12192000" cy="616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84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93F660-3DA4-88D0-D1D4-2EFE3C709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352"/>
            <a:ext cx="12192000" cy="613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76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8BDF3E-378F-2812-B070-77023DD89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645"/>
            <a:ext cx="12192000" cy="616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01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A42118-6C1D-8F5D-20DD-8CCDB7031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998"/>
            <a:ext cx="12192000" cy="615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486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2C9C11-59AC-B0D1-9484-481E9FAE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822"/>
            <a:ext cx="12192000" cy="61563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11A617-1B8A-CBDC-A5DF-5D9DF1C31E2C}"/>
              </a:ext>
            </a:extLst>
          </p:cNvPr>
          <p:cNvSpPr txBox="1"/>
          <p:nvPr/>
        </p:nvSpPr>
        <p:spPr>
          <a:xfrm>
            <a:off x="3519170" y="3497580"/>
            <a:ext cx="485140" cy="369332"/>
          </a:xfrm>
          <a:prstGeom prst="rect">
            <a:avLst/>
          </a:prstGeom>
          <a:solidFill>
            <a:srgbClr val="14171D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==</a:t>
            </a:r>
          </a:p>
        </p:txBody>
      </p:sp>
    </p:spTree>
    <p:extLst>
      <p:ext uri="{BB962C8B-B14F-4D97-AF65-F5344CB8AC3E}">
        <p14:creationId xmlns:p14="http://schemas.microsoft.com/office/powerpoint/2010/main" val="620685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DA3F40-75E3-A435-339B-43933FDCC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468"/>
            <a:ext cx="12192000" cy="616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36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A53769-058B-6398-2CEE-7F5DC58A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822"/>
            <a:ext cx="12192000" cy="615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6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BE47E33-2ED1-B178-F665-4EB600BC7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998"/>
            <a:ext cx="12192000" cy="6150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871D90-4D47-0C70-9EC5-8DB3DEB5174B}"/>
              </a:ext>
            </a:extLst>
          </p:cNvPr>
          <p:cNvSpPr txBox="1"/>
          <p:nvPr/>
        </p:nvSpPr>
        <p:spPr>
          <a:xfrm>
            <a:off x="3486785" y="3497580"/>
            <a:ext cx="883286" cy="369332"/>
          </a:xfrm>
          <a:prstGeom prst="rect">
            <a:avLst/>
          </a:prstGeom>
          <a:solidFill>
            <a:srgbClr val="14171D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10000</a:t>
            </a:r>
          </a:p>
        </p:txBody>
      </p:sp>
    </p:spTree>
    <p:extLst>
      <p:ext uri="{BB962C8B-B14F-4D97-AF65-F5344CB8AC3E}">
        <p14:creationId xmlns:p14="http://schemas.microsoft.com/office/powerpoint/2010/main" val="692569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EACF19-DA2A-1081-8B6E-DAB2A2BEA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998"/>
            <a:ext cx="12192000" cy="615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3485"/>
      </p:ext>
    </p:extLst>
  </p:cSld>
  <p:clrMapOvr>
    <a:masterClrMapping/>
  </p:clrMapOvr>
</p:sld>
</file>

<file path=ppt/theme/theme1.xml><?xml version="1.0" encoding="utf-8"?>
<a:theme xmlns:a="http://schemas.openxmlformats.org/drawingml/2006/main" name="Дюна">
  <a:themeElements>
    <a:clrScheme name="Дюна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52</TotalTime>
  <Words>25</Words>
  <Application>Microsoft Office PowerPoint</Application>
  <PresentationFormat>Широкоэкранный</PresentationFormat>
  <Paragraphs>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Дюна</vt:lpstr>
      <vt:lpstr>Тюменский техникум строительной индустрии и городского хозяйства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 Chernyshev</dc:creator>
  <cp:lastModifiedBy>Anton Chernyshev</cp:lastModifiedBy>
  <cp:revision>1</cp:revision>
  <dcterms:created xsi:type="dcterms:W3CDTF">2026-10-19T20:13:35Z</dcterms:created>
  <dcterms:modified xsi:type="dcterms:W3CDTF">2026-10-20T04:42:23Z</dcterms:modified>
</cp:coreProperties>
</file>